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eld X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5F5F5"/>
      </a:lt2>
      <a:accent1>
        <a:srgbClr val="FF1818"/>
      </a:accent1>
      <a:accent2>
        <a:srgbClr val="666666"/>
      </a:accent2>
      <a:accent3>
        <a:srgbClr val="E6E6E6"/>
      </a:accent3>
      <a:accent4>
        <a:srgbClr val="BFBFBF"/>
      </a:accent4>
      <a:accent5>
        <a:srgbClr val="7F7F7F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</a:majorFont>
      <a:minorFont>
        <a:latin typeface="Yu Gothic"/>
        <a:ea typeface="Yu Gothi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基幹管理システム ご提案資料</dc:title>
  <dc:creator>Field X</dc:creator>
  <cp:lastModifiedBy>Field X</cp:lastModifiedBy>
  <dcterms:created xsi:type="dcterms:W3CDTF">2026-04-25T02:31:06Z</dcterms:created>
  <dcterms:modified xsi:type="dcterms:W3CDTF">2026-04-25T02:31:06Z</dcterms:modified>
</cp:coreProperties>
</file>